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(60s): Box1: logs in read-only, downloads latest 50 mails. Box2: opens, decodes, cleans to plain text, measures 6 spam clues. Box3: two models vote 1 of 6, then urgency+sender+keywords make 0-100 risk with reason. Box4: saves per user locally, shows table+charts+threat page.
Q: two models? RoBERTa=meaning, ensemble=cheap backup, 90/10. Q: readonly? cannot send/delete. Q: threats? only spam/phishing/malware. Q: 0-100? base x confidence + boosts, cap 100. Q: models missing? 503, never fakes. Q: limits? 200-500ms/mail CPU, 7-day trend, single worker.
TIMING: Click1 cards 1-2, Click2 cards 3-4, Click3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Email Spam Detection  —  System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read-only  •  classify → score → display  •  local SQLite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069080" cy="1572768"/>
          </a:xfrm>
          <a:prstGeom prst="roundRect">
            <a:avLst>
              <a:gd name="adj" fmla="val 6977"/>
            </a:avLst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64748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270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 · config.py · utils/auth.py · gmail_client.py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92224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in with Google (read-only), downloads latest 50 mails, 20 at a time.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same pipeline for quick + background scans.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24128"/>
            <a:ext cx="4069080" cy="1572768"/>
          </a:xfrm>
          <a:prstGeom prst="roundRect">
            <a:avLst>
              <a:gd name="adj" fmla="val 6977"/>
            </a:avLst>
          </a:prstGeom>
          <a:solidFill>
            <a:srgbClr val="F0FD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64748B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7043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143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&amp; Feature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5270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gmail_client.py · preprocessing.py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792224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each mail, decodes it, removes formatting → plain text.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6 spam clues: length, capitals, links, phone, urgency.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4069080" cy="1572768"/>
          </a:xfrm>
          <a:prstGeom prst="roundRect">
            <a:avLst>
              <a:gd name="adj" fmla="val 6977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64748B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34640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07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Classification &amp; Risk Assessment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1912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predictor.py · roberta_model.py · helpers.py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456432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votes (90% RoBERTa + 10% backup) → 1 of 6 categories.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+ sender past + learnt keywords → risk 0–100 + reason.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688336"/>
            <a:ext cx="4069080" cy="1572768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64748B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34640"/>
            <a:ext cx="329184" cy="3291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2807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Visualization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31912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email_model.py · templates/ · static/ · ai_explanation.py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456432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everything per user in local database (4 tables).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results table, charts, threat page — 12 pages total.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classes: spam · legitimate · promotion · phishing · malware · newsletter      Risk: Low 0–40 · Med 41–60 · High 61–100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Modules - Single Slide</dc:title>
  <dc:subject>PptxGenJS Presentation</dc:subject>
  <dc:creator>Spam Protection</dc:creator>
  <cp:lastModifiedBy>Spam Protection</cp:lastModifiedBy>
  <cp:revision>1</cp:revision>
  <dcterms:created xsi:type="dcterms:W3CDTF">2026-09-08T14:56:03Z</dcterms:created>
  <dcterms:modified xsi:type="dcterms:W3CDTF">2026-09-08T14:56:03Z</dcterms:modified>
</cp:coreProperties>
</file>