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 human actor, the logged-in Gmail owner — every feature route is @login_required and threat-console has no role check. Google side authenticates, supplies the 50 mails, optionally writes one explanation. Core path: login, scan, open a verdict, check analytics. ADMIN_EMAILS gates nothing — proposed extension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1333"/>
          </a:solidFill>
          <a:ln w="12700">
            <a:solidFill>
              <a:srgbClr val="1D1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566928"/>
          </a:xfrm>
          <a:prstGeom prst="rect">
            <a:avLst/>
          </a:prstGeom>
          <a:solidFill>
            <a:srgbClr val="A12556"/>
          </a:solidFill>
          <a:ln w="12700">
            <a:solidFill>
              <a:srgbClr val="A125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5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 rot="-2451010">
            <a:off x="1441359" y="2013966"/>
            <a:ext cx="2055042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902086">
            <a:off x="1555338" y="2205990"/>
            <a:ext cx="1827085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220047">
            <a:off x="1639985" y="2398014"/>
            <a:ext cx="1657790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422522">
            <a:off x="1685732" y="2590038"/>
            <a:ext cx="1566295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422522">
            <a:off x="1685732" y="2782062"/>
            <a:ext cx="1566295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20047">
            <a:off x="1639985" y="2974086"/>
            <a:ext cx="1657790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902086">
            <a:off x="1555338" y="3166110"/>
            <a:ext cx="1827085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51010">
            <a:off x="1441359" y="3358134"/>
            <a:ext cx="2055042" cy="228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8245485">
            <a:off x="5636013" y="2013966"/>
            <a:ext cx="1986775" cy="2286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8803507">
            <a:off x="5754426" y="2205990"/>
            <a:ext cx="1749948" cy="2286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9510478">
            <a:off x="5843215" y="2398014"/>
            <a:ext cx="1572369" cy="2286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351360">
            <a:off x="5891606" y="2782062"/>
            <a:ext cx="1475588" cy="2286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042416"/>
            <a:ext cx="30175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188720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188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Logout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1572768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5727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inbox now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956816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9568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in background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340864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3408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results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724912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7249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mail verdict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108960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108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pasted 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493008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493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analytics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3877056"/>
            <a:ext cx="2651760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877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console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17320" y="2286000"/>
            <a:ext cx="219456" cy="219456"/>
          </a:xfrm>
          <a:prstGeom prst="ellipse">
            <a:avLst/>
          </a:prstGeom>
          <a:solidFill>
            <a:srgbClr val="F2F2F2"/>
          </a:solidFill>
          <a:ln w="254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11503" y="2505456"/>
            <a:ext cx="32004" cy="56692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2679192"/>
            <a:ext cx="566928" cy="3200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6993903">
            <a:off x="1142370" y="3294583"/>
            <a:ext cx="531612" cy="3200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3806097">
            <a:off x="1380114" y="3294583"/>
            <a:ext cx="531612" cy="3200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52360" y="2286000"/>
            <a:ext cx="219456" cy="219456"/>
          </a:xfrm>
          <a:prstGeom prst="ellipse">
            <a:avLst/>
          </a:prstGeom>
          <a:solidFill>
            <a:srgbClr val="F2F2F2"/>
          </a:solidFill>
          <a:ln w="254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46543" y="2505456"/>
            <a:ext cx="32004" cy="56692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8624" y="2679192"/>
            <a:ext cx="566928" cy="3200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6993903">
            <a:off x="7177410" y="3294583"/>
            <a:ext cx="531612" cy="3200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3806097">
            <a:off x="7415154" y="3294583"/>
            <a:ext cx="531612" cy="3200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Services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67728" y="38496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· Gmail · NIM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407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lines = you use · gray lines = Google side (login · mails · explanation)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4800600"/>
            <a:ext cx="640080" cy="342900"/>
          </a:xfrm>
          <a:prstGeom prst="rect">
            <a:avLst/>
          </a:prstGeom>
          <a:solidFill>
            <a:srgbClr val="A12556"/>
          </a:solidFill>
          <a:ln w="12700">
            <a:solidFill>
              <a:srgbClr val="A1255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Diagram - Spam Protection Webapp</dc:title>
  <dc:subject>PptxGenJS Presentation</dc:subject>
  <dc:creator>Spam Protection</dc:creator>
  <cp:lastModifiedBy>Spam Protection</cp:lastModifiedBy>
  <cp:revision>1</cp:revision>
  <dcterms:created xsi:type="dcterms:W3CDTF">2026-09-08T15:40:55Z</dcterms:created>
  <dcterms:modified xsi:type="dcterms:W3CDTF">2026-09-08T15:40:55Z</dcterms:modified>
</cp:coreProperties>
</file>